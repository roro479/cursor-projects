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532" autoAdjust="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02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Auth Review Assistant: README vs Reality Opening (verbatim): Opening (verbatim): "Before I tell you what to do, I want to show you what this system actually is — because the README and the code disagree on three things that matter." Beats: Beats: The README promises an ML Scoring Service, a Phase 1 that's shipped, and a stable system. The code says otherwise. First disagreement: the ML Scoring Service. Migration 007 added a column called </a:t>
            </a:r>
            <a:r>
              <a:rPr lang="en-US" dirty="0" err="1"/>
              <a:t>ml_confidence_score</a:t>
            </a:r>
            <a:r>
              <a:rPr lang="en-US" dirty="0"/>
              <a:t>. There's no service. There's no writer. Nothing in the code ever populates it. Issue #15 asks "remove it or build it — we need a product decision." Second disagreement: analytics. The endpoint in analytics.rs:28 is </a:t>
            </a:r>
            <a:r>
              <a:rPr lang="en-US" dirty="0" err="1"/>
              <a:t>todo</a:t>
            </a:r>
            <a:r>
              <a:rPr lang="en-US" dirty="0"/>
              <a:t>!() — that's a Rust macro that crashes the process crashes the process if the route is ever called. Not a stub response, an actual panic. Third disagreement: stability. The API pod has a 128Mi memory limit in values.yaml:17, and Grafana Panel 4 shows the OOM-kill restart cycle every 48 hours. Signal-detection moment: Signal-detection moment: "Three artifacts — migration 007, Issue #15, and the README — all point to the same gap. That's the pattern: the code tells you what's real." Show on screen: Show on screen: analytics.rs:28 first (dramatic), then values.yaml:11-18. Transition: Transition: "Once you see the gap between claim and code, the throughput numbers explain themselves." If they interrupt — "How did you know to look for this?" If they interrupt — "How did you know to look for this?" — "I started from the README architecture diagram and grepped for each box. The ML box has a column but no service. That's how I knew to check Issue #15."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The Throughput Math (90 days) Slide 2 — The Throughput Math (90 days) Opening (verbatim): Opening (verbatim): "The trajectory is directional. Volume is up seventy percent, reviewer capacity is down forty percent, and AI extraction has been flat for six weeks." Beats: Beats: Request volume: ~200/day in January, ~340/day in early April (grafana-dashboard.md:12-19). Median turnaround: 48hrs → 55hrs. Target is 28. KR1 is RED (grafana-dashboard.md:28-37, okr-snapshot.md:12). AI extraction: plateaued at 62% for 6 weeks — 20% of failures are rotated PDFs, 8% are timeouts, 6% are LLM errors with no retry, 4% are parse failures (grafana-dashboard.md:45-58). Active reviewers: 5 → 3 (grafana-dashboard.md:92-104). Signal-detection moment: Signal-detection moment: "The causal chain is one line: 340 requests times 38% manual divided by 3 reviewers equals 43 manual cases per reviewer per day. At 3% weekly growth with flat capacity and a 62% extraction ceiling, 100-hour turnaround is reachable in 6–8 weeks without intervention. The Grafana panels, the OKR snapshot, and the failure breakdown all tell the same story." Show on screen: Show on screen: grafana-dashboard.md Panels 1, 2, 3, 6 + okr-snapshot.md:12-13. Honest caveat to voice: Honest caveat to voice: "I'm calling this directional, not a forecast. I don't know what's causing the reviewer drop — that's one of the things I want to ask about." Transition: Transition: "Not all of this is equal. Three specific risks change the trajectory if delayed." If they interrupt — "Why not just hire more reviewers?" If they interrupt — "Why not just hire more reviewers?" — "Near-term hiring doesn't land in 30 days, and we don't know yet why 2 existing reviewers went inactive. Fixing that is probably cheaper than hiring. But yes — long-term, capacity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Three Asymmetric Risks Slide 3 — Three Asymmetric Risks Opening (verbatim): Opening (verbatim): "Not all 28 issues are equal. Three of them change the trajectory if delayed. I labeled them compliance, stability, and stakeholder." Risk 1 — Compliance. PHI log line. Risk 1 — Compliance. PHI log line. The line is queries.rs:42: log::debug!("Fetched auth request for patient: {} {}", </a:t>
            </a:r>
            <a:r>
              <a:rPr lang="en-US" dirty="0" err="1"/>
              <a:t>request.patient_first_name</a:t>
            </a:r>
            <a:r>
              <a:rPr lang="en-US" dirty="0"/>
              <a:t>, </a:t>
            </a:r>
            <a:r>
              <a:rPr lang="en-US" dirty="0" err="1"/>
              <a:t>request.patient_last_name</a:t>
            </a:r>
            <a:r>
              <a:rPr lang="en-US" dirty="0"/>
              <a:t>); Today this is safe because production runs at RUST_LOG=info (values.yaml:51) and the DB stores the names encrypted as BYTEA (queries.rs:18-19 does </a:t>
            </a:r>
            <a:r>
              <a:rPr lang="en-US" dirty="0" err="1"/>
              <a:t>pgp_sym_decrypt</a:t>
            </a:r>
            <a:r>
              <a:rPr lang="en-US" dirty="0"/>
              <a:t> ). Signal moment: "Here's the chain. Grafana Panel 4 shows an OOM restart cycle. The standard playbook during an incident is crank logs to debug. The moment someone sets Risk 2 — Stability. 128Mi OOM loop. RUST_LOG=debug to troubleshoot an OOM, the decrypt on line 18 happens, then the debug line on line 42 puts plaintext names in logs. That's a HIPAA incident, not a bug. PR #54 fixes it in a 15-minute review." Risk 2 — Stability. 128Mi OOM loop. values.yaml:17-18: API request 64Mi / limit 128Mi. A Rust binary running a Postgres connection pool, Kafka callbacks, and concurrent HTTP at 340 requests/day cannot sit under 128Mi. Issue #10 confirms the pattern, Issue #12 proposes 256Mi/512Mi. Signal moment: "Grafana Panel 4 shows latency climbing over 24–48 hours, spiking to 6–8 seconds, then dropping to 400ms after restart. That sawtooth is a memory leak or undersized limit — you can't tell which without profiling. Either way, bumping to 256/512 is the stopgap. And each restart is another opportunity for Risk 1." Risk 3 — Stakeholder. VP escalation, no owner. Risk 3 — Stakeholder. VP escalation, no owner. Slack Thread 5 on March 28: VP Clinical Ops asks about auto-approve. Zero responses. Zero responses. On April 3, Alex Chen opens Draft PR #53 with a hardcoded CPT list and four explicit product questions: which codes, what threshold, what audit trail, how does human override work. Zero replies. Signal moment: "Slack Thread 5, PR #53, and Issue #24 are the same story told from three angles: VP escalation, engineer's draft, feature request. When a PM role is vacant, engineers fill the vacuum by necessity — and that's how a trust/compliance problem compounds. The fix is deciding the criteria, not writing more code." Show on screen (in order): Show on screen (in order): queries.rs:42 → values.yaml:11-18 → PULL-REQUESTS.md PR #53. Transition: Transition: "Risk 3 is actually the cleanest one to fix, because most of the product logic is already specified. Let me show you." If they interrupt — "You're calling this a compliance risk but it's not a live leak, right?" If they interrupt — "You're calling this a compliance risk but it's not a live leak, right?" — "Correct. It's conditional on a log-level toggle. Labeling it FACT + INFERENCE is deliberate — I don't want to overclaim. But asymmetric risk means the conditional cost is a HIPAA incident, and the fix is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The Solution: confidence_gate.py confidence_gate.py Opening (verbatim): Opening (verbatim): "The dashboard is the diagnosis. This gate is the product logic that unblocks PR #53. It answers the four questions Alex asked and nobody answered." Beats: Beats: Question 1: which CPT codes? Five codes, verbatim from PR #53, pending clinical ops sign-off — confidence_gate.py:38-44. Question 2: confidence threshold? Exact CPT match + urgency in says "100% match for now" — confidence_gate.py:46, 125-147. {routine, standard} + complete extraction. No floating-point score — PR #53 explicitly Question 3: audit trail? </a:t>
            </a:r>
            <a:r>
              <a:rPr lang="en-US" dirty="0" err="1"/>
              <a:t>GateResult</a:t>
            </a:r>
            <a:r>
              <a:rPr lang="en-US" dirty="0"/>
              <a:t> </a:t>
            </a:r>
            <a:r>
              <a:rPr lang="en-US" dirty="0" err="1"/>
              <a:t>dataclass</a:t>
            </a:r>
            <a:r>
              <a:rPr lang="en-US" dirty="0"/>
              <a:t> with decision , reason , this writes to the </a:t>
            </a:r>
            <a:r>
              <a:rPr lang="en-US" dirty="0" err="1"/>
              <a:t>audit_id</a:t>
            </a:r>
            <a:r>
              <a:rPr lang="en-US" dirty="0"/>
              <a:t> , </a:t>
            </a:r>
            <a:r>
              <a:rPr lang="en-US" dirty="0" err="1"/>
              <a:t>gate_version</a:t>
            </a:r>
            <a:r>
              <a:rPr lang="en-US" dirty="0"/>
              <a:t> , timestamp — confidence_gate.py:65-80. In production </a:t>
            </a:r>
            <a:r>
              <a:rPr lang="en-US" dirty="0" err="1"/>
              <a:t>auto_approve_log</a:t>
            </a:r>
            <a:r>
              <a:rPr lang="en-US" dirty="0"/>
              <a:t> table in migration 009 referenced by PR #53. Question 4: human override? A </a:t>
            </a:r>
            <a:r>
              <a:rPr lang="en-US" dirty="0" err="1"/>
              <a:t>requires_manual_review</a:t>
            </a:r>
            <a:r>
              <a:rPr lang="en-US" dirty="0"/>
              <a:t>: true flag in the input JSON short-circuits the gate to </a:t>
            </a:r>
            <a:r>
              <a:rPr lang="en-US" dirty="0" err="1"/>
              <a:t>manual_review</a:t>
            </a:r>
            <a:r>
              <a:rPr lang="en-US" dirty="0"/>
              <a:t> — confidence_gate.py:56, 113-123. Signal-detection moment: Signal-detection moment: "This is not 'build a classifier'. The engineering is already there. The blocker was criteria ownership. The gate encodes the rules in code so clinical ops can review the rules, not the Rust." Show on screen: Show on screen: the four blocks of confidence_gate.py in the order above. Transition: Transition: "The demo shows it end to end — five test cases, a real JSON input, and the dashboard that ties it back to the diagnosis." If they interrupt — "Why a Python prototype and not Rust?" If they interrupt — "Why a Python prototype and not Rust?" — "Speed of iteration. The shape is intentionally portable: an </a:t>
            </a:r>
            <a:r>
              <a:rPr lang="en-US" dirty="0" err="1"/>
              <a:t>enum</a:t>
            </a:r>
            <a:r>
              <a:rPr lang="en-US" dirty="0"/>
              <a:t> of decisions, a pure function </a:t>
            </a:r>
            <a:r>
              <a:rPr lang="en-US" dirty="0" err="1"/>
              <a:t>evaluate_request</a:t>
            </a:r>
            <a:r>
              <a:rPr lang="en-US" dirty="0"/>
              <a:t> , and a </a:t>
            </a:r>
            <a:r>
              <a:rPr lang="en-US" dirty="0" err="1"/>
              <a:t>dataclass</a:t>
            </a:r>
            <a:r>
              <a:rPr lang="en-US" dirty="0"/>
              <a:t> for the audit record. Porting to Rust is a half-day once the criteria are signed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The Monday Morning Plan (30 Days) Slide 5 — The Monday Morning Plan (30 Days) Opening (verbatim): Opening (verbatim): "No new features for 30 days. Clear the known backlog, measure extraction improvement, ship auto-approve. Three weeks, three themes." Week 1 — Safety (quick wins, all under a day total): Week 1 — Safety (quick wins, all under a day total): Merge PR #54 to remove the PHI debug line. 15-minute review. Bump API memory in values.yaml:17-18 from 64Mi/128Mi to 256Mi/512Mi. Breaks the OOM cycle while profiling runs in parallel. Re-enable pipeline CI by rewriting the OCR mock — pipeline-</a:t>
            </a:r>
            <a:r>
              <a:rPr lang="en-US" dirty="0" err="1"/>
              <a:t>test.yaml.disabled</a:t>
            </a:r>
            <a:r>
              <a:rPr lang="en-US" dirty="0"/>
              <a:t> has been off since December 15. Week 2 — Capacity (quick wins for reviewers): Week 2 — Capacity (quick wins for reviewers): Ship urgency-sorted queue (Issue #26, ~2hrs). Change The ORDER BY </a:t>
            </a:r>
            <a:r>
              <a:rPr lang="en-US" dirty="0" err="1"/>
              <a:t>submitted_at</a:t>
            </a:r>
            <a:r>
              <a:rPr lang="en-US" dirty="0"/>
              <a:t> ASC to ORDER BY priority DESC, </a:t>
            </a:r>
            <a:r>
              <a:rPr lang="en-US" dirty="0" err="1"/>
              <a:t>submitted_at</a:t>
            </a:r>
            <a:r>
              <a:rPr lang="en-US" dirty="0"/>
              <a:t> ASC at queries.rs:71. priority column already exists (queries.rs:24). Unblock PR #47 merge conflict — approved 45 days ago, Sarah has offered twice to resolve it. ~30 minutes. Clinical ops meeting: validate the CPT list. Unblocks PR #53. Weeks 3–4 — Pipeline (strategic bets): Weeks 3–4 — Pipeline (strategic bets): LLM retry logic (Issue #11) — removes ~6% of extraction failures. ~1 day. Merge PR #53 with the signed-off criteria. Closes VP escalation. KR3. PDF rotation fix (Issue #6) via </a:t>
            </a:r>
            <a:r>
              <a:rPr lang="en-US" dirty="0" err="1"/>
              <a:t>pdfplumber</a:t>
            </a:r>
            <a:r>
              <a:rPr lang="en-US" dirty="0"/>
              <a:t> — removes the single biggest OCR failure class (~20%). Biggest extraction lift available. Expected outcome: Expected outcome: extraction 62% → ~82%, auto-approve ships, VP escalation closed, path back to 28-hour target by Q2. Closing (verbatim): Closing (verbatim): "Three things I need from you this week: clinical ops signs off on the CPT list, legal weighs in on auto-approve audit requirements, and someone tells me why two reviewers went inactive." If they interrupt — "Why no new features?" If they interrupt — "Why no new features?" — "Because the team is shipping product decisions by necessity right now. Thirty days of focus on the known backlog pays compounding interest. Weeks 3–4 are still product work — auto-approve ships. It's not a freeze, it's a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MACHINIFY  ·  SENIOR PM TAKE-HOME  ·  APRIL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Review Assistant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Readout: What's Real, What the Data Shows, and What We Do Monday Morning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8412480" cy="0"/>
          </a:xfrm>
          <a:prstGeom prst="line">
            <a:avLst/>
          </a:prstGeom>
          <a:noFill/>
          <a:ln w="12700">
            <a:solidFill>
              <a:srgbClr val="14A8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says this: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actually shows: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39319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Service → confidence scores → API (architecture diagram)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487168"/>
            <a:ext cx="4206240" cy="713232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560320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ml_confidence_score column exists. No service. No writes. Ever.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Issue #15; migrations/007_add_ml_confidence.sql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39319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649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Shipped. Phase 2: Intelligence (coming)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4206240" cy="713232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36499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endpoints are registered in api.rs but turnaround route is todo!() — will panic if called.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analytics.rs:20-29; Issue #19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39319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696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running, stable, processing requests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4096512"/>
            <a:ext cx="4206240" cy="713232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416966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pod OOM-crashes every ~48hrs. Memory limit: 128Mi.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climb → crash → restart cycle.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values.yaml:11-18; Grafana Panel 4; Issue #10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= Grafana + artifacts. Code used to validate what's real vs. implied.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642"/>
          </a:solidFill>
          <a:ln w="12700">
            <a:solidFill>
              <a:srgbClr val="1A26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THROUGHPUT MATH — 90 DAYS (JAN → APR 2026)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demand + falling capacity + capped automation = worsening turnaround. The math is directional.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01168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Volume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→ 340/day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+70% in 90 days, accelerating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80160"/>
            <a:ext cx="2011680" cy="6400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Turnaround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→ 55 hrs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28 hrs  ↑ Getting worse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80160"/>
            <a:ext cx="2011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 6 weeks. Target: 80%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80160"/>
            <a:ext cx="2011680" cy="6400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Reviewers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−40%. Cause unknown.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8503920" cy="1188720"/>
          </a:xfrm>
          <a:prstGeom prst="rect">
            <a:avLst/>
          </a:prstGeom>
          <a:solidFill>
            <a:srgbClr val="1A2642"/>
          </a:solidFill>
          <a:ln w="12700">
            <a:solidFill>
              <a:srgbClr val="1A2642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9260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turnaround is worsening — the causal chain: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182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requests/day  ×  38% manual (extraction fails)  =  ~130 fully manual cases/day  ÷  3 reviewers  =  ~43 manual cases/reviewer/day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4930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3%/week volume growth with flat reviewer capacity and 62% extraction ceiling: 100-hour median turnaround is reachable in 6–8 weeks without intervention.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Grafana Panels 1–3, 6  ·  artifacts/grafana-dashboard.md  ·  artifacts/okr-snapshot.md (KR1, KR2)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642"/>
          </a:solidFill>
          <a:ln w="12700">
            <a:solidFill>
              <a:srgbClr val="1A26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AUDIT — THREE ASYMMETRIC RISKS  ·  DEMO: python confidence_gate.py --dashboard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28 issues are equal. These three change the trajectory if delayed.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73152" cy="11704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COMPLIANCE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Encryption Negated by Debug 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correctly stores patient names encrypted as BYTEA (001_initial_schema.sql). Code decrypts in-query, then immediately logs plaintext at debug level.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1316736"/>
            <a:ext cx="2944368" cy="438912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1353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log::debug!("Fetched auth request for patient: {} {}", first_name, last_name);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crates/core/src/data/queries.rs:42  ·  PR #54 open, unreviewed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0" y="179222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at RUST_LOG=info today — safe. Next OOM incident + RUST_LOG=debug during debugging = PHI in logs. HIPAA incident, not a bug.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23744"/>
            <a:ext cx="73152" cy="1170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7797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Limits Too Tight — Predictable OOM 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266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pod: 64Mi request / 128Mi limit (values.yaml:11-18). A Rust binary with a Postgres connection pool, Kafka callbacks, and concurrent HTTP handling cannot run safely at 128Mi at 340 requests/day.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2578608"/>
            <a:ext cx="2944368" cy="438912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2615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api.resources.limits.memory: 128Mi  (values.yaml:18)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4198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infra/helm/values.yaml:11-18  ·  Grafana Panel 4  ·  Issue #10  ·  Slack Thread #1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60720" y="305409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→ OOM → restart cycle every ~48hrs. Each restart = 6–8s latency spike visible to reviewers. Each restart = opportunity for RUST_LOG=debug (see Risk 1).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85616"/>
            <a:ext cx="731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40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STAKEHOLDER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0416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Escalation Unanswered 18 Days — Engineering Filling PM Vacuum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288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Clinical Ops escalated auto-approve in #leadership on March 28. Zero response. Draft PR #53 opened April 3 by Alex with 4 unanswered product questions (CPT list, confidence threshold, audit trail, human override).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3840480"/>
            <a:ext cx="2944368" cy="438912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0448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@product thoughts?  (PR #53 description — no PM response)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6817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artifacts/slack-threads.md Thread 5  ·  PULL-REQUESTS.md PR #53  ·  ISSUES.md #24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43159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continues: engineers make product decisions by necessity, or feature stalls indefinitely. The criteria exist to define — this is a PM decision, not an engineering one.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642"/>
          </a:solidFill>
          <a:ln w="12700">
            <a:solidFill>
              <a:srgbClr val="1A26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DEMO: python confidence_gate.py --input sample_auth_request.json --test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Execution: the dashboard identified the problem. The gate is the product logic that unblocks the release.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3611880"/>
          </a:xfrm>
          <a:prstGeom prst="rect">
            <a:avLst/>
          </a:prstGeom>
          <a:solidFill>
            <a:srgbClr val="1A2642"/>
          </a:solidFill>
          <a:ln w="12700">
            <a:solidFill>
              <a:srgbClr val="14A8A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160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 confidence_gate.py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pipeline/src/confidence_gate.py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4 unanswered questions in PR #53: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CPT list: 5 codes (PR #53 verbatim, pending clinical ops sign-off)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Threshold: exact CPT + routine urgency + complete extraction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Audit trail: GateResult → auto_approve_log (migration 009)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Human override: requires_manual_review flag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Decisions: AUTO_APPROVE  ·  MANUAL_REVIEW  ·  ESCALATE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A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5/5 test cases pass  ·  run: --test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61872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61872"/>
            <a:ext cx="41605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(all 4 checks must pass)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792224"/>
            <a:ext cx="38404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792224"/>
            <a:ext cx="54864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847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Extraction complete?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665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MANUAL_REVIEW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28032" y="2450592"/>
            <a:ext cx="38404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450592"/>
            <a:ext cx="54864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505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Human override flag?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724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MANUAL_REVIEW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3108960"/>
            <a:ext cx="38404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108960"/>
            <a:ext cx="54864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Urgency = routine/standard?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ESCALATE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3767328"/>
            <a:ext cx="3840480" cy="566928"/>
          </a:xfrm>
          <a:prstGeom prst="rect">
            <a:avLst/>
          </a:prstGeom>
          <a:solidFill>
            <a:srgbClr val="F3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767328"/>
            <a:ext cx="54864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822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CPT code on approved list?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0416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MANUAL_REVIEW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4471416"/>
            <a:ext cx="38404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544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 → AUTO_APPROVE + audit record written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642"/>
          </a:solidFill>
          <a:ln w="12700">
            <a:solidFill>
              <a:srgbClr val="1A26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MONDAY MORNING PLAN — 30 DAYS TO UNBLOCK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features. Clear the known backlog. Measure extraction improvement. Ship auto-approve.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38404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167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Safety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54864" cy="80467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 #54 — PHI log fix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review. Zero risk. Today.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2432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24328"/>
            <a:ext cx="54864" cy="80467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88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API to 256Mi/512Mi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values.yaml:18. Breaks OOM cycle.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51129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11296"/>
            <a:ext cx="54864" cy="80467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75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pipeline CI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spec the mock. Stops Issue #16 recurrence.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26187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3167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Capacity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73736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737360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801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urgency sort — Issue #26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queries.rs:69-72. ~2hrs dev. Big reviewer win.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62432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624328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688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PR #47 conflict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resolves. ~30min. +30% OCR efficiency.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351129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511296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575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ops: validate CPT list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3831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PR #53 to merge.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1261872"/>
            <a:ext cx="27432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13167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— Pipeline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173736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737360"/>
            <a:ext cx="54864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801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retry logic — Issue #11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day. Fixes 6% of failures.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62432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2624328"/>
            <a:ext cx="54864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688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 #53 (auto-approve)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VP escalation. KR3.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351129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511296"/>
            <a:ext cx="54864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575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rotation fix — Issue #6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3831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pdfplumber. Biggest single OCR gain.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645152"/>
            <a:ext cx="5029200" cy="347472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4681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Extraction 62% → ~82%  ·  Auto-approve ships  ·  VP escalation closed  ·  Path to 28-hr target by Q2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4645152"/>
            <a:ext cx="3337560" cy="347472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4681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need: Clinical ops (CPT list)  ·  Legal (auto-approve)  ·  Why 2 reviewers inactive?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3465</Words>
  <Application>Microsoft Office PowerPoint</Application>
  <PresentationFormat>On-screen Show (16:9)</PresentationFormat>
  <Paragraphs>110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 Review Assistant — Week 1 Readout</dc:title>
  <dc:subject>PptxGenJS Presentation</dc:subject>
  <dc:creator>Rohan Sinha</dc:creator>
  <cp:lastModifiedBy>Rohan Tejaswi</cp:lastModifiedBy>
  <cp:revision>5</cp:revision>
  <dcterms:created xsi:type="dcterms:W3CDTF">2026-04-15T17:58:56Z</dcterms:created>
  <dcterms:modified xsi:type="dcterms:W3CDTF">2026-04-16T20:36:02Z</dcterms:modified>
</cp:coreProperties>
</file>