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I treated Grafana+artifacts as ground truth, and used code to validate what’s real vs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is the math. The brief Feb improvement coincides with pipeline rollout, but volume growth overwhelms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 the CLI. Slide 3 is ‘proved’ by SYSTEM HEALTH and TOP RISKS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ACTION PLAN + BLOCKED decisions. Use the ‘connective tissue’ framing verbatim if asked why CLI over pipeline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explicit asks. Emphasize: I’m not asking for permission to code—I’m asking for decisions that unblock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Review Assistant — Week 1 Readout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real in the repo, what the data shows, and what we do Monday morning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303520" cy="1280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48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reality check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depicts ML Scoring Service; repo shows schema scaffolding but no implementation.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repo/README.md:21-37; repo/migrations/007_add_ml_confidence.sql:1-9; repo/ISSUES.md:229-241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120640" cy="1280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48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status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PRD: Phase 1 shipped; Phase 2 “Intelligence” not started.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repo/docs/prd-ai-review-v2.md:23-40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607040" cy="960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6576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framing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= Grafana + artifacts. Code is used to validate what’s real vs implied.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repo/docs/prd-ai-review-v2.md; repo/README.md; repo/migrations; repo/ISSUES.md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trajectory (Grafana): demand up, outcomes worse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~200/day → ~340/day (Panel 1)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Turnaround: 48 hrs → 55 hrs vs 28 hr target (Panel 2)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Extraction: plateau at 62% for 6 weeks; failure buckets known (Panel 3)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reviewers: 5 → 3 (Panel 6)
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800600"/>
            <a:ext cx="10607040" cy="1280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937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52578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throughput math problem: rising demand + falling capacity + capped automation ⇒ worsening turnaround.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artifacts/grafana-dashboard.md Panels 1–3,6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+ top risks (Demo = evidence)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python cursor-output/prototype/system_state_cli.py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3832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sections (Slide 3)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737360"/>
            <a:ext cx="70408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745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(asymmetric): PHI in debug logs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names logged at debug in core query path.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repo/crates/core/src/data/queries.rs:42; PR #54 in repo/PULL-REQUESTS.md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5303520" cy="1417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08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2: stability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spikes correlate with restarts; pattern consistent with OOM/leak loop.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artifacts/grafana-dashboard.md Panel 4; Issue #10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971800"/>
            <a:ext cx="5120640" cy="1417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108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3: implied features not implemented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4290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turnaround endpoint is todo!() (will panic if hit).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repo/crates/api/src/endpoints/v1/analytics.rs:20-29; Issue #19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file: cursor-output/prototype/system_state_cli.py (prints citations inline)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Monday-morning plan + what’s blocked on PM decisions (Demo)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CLI run: ACTION PLAN + WHAT'S BLOCKED PENDING PM DECISION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303520" cy="28346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(prioritized)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Merge PR #54 (PHI)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Unblock PR #47 (OCR caching)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Re-enable pipeline CI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Ship urgency sort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Wire DATABASE_MAX_CONNECTIONS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Bump API memory stopgap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120640" cy="28346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74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pending PM decisions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criteria + guardrails (clinical ops + legal path)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approach: MV vs replica vs warehouse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scoring: build vs remove dead column/soften README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754880"/>
            <a:ext cx="1060704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89204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prototype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52120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dispersed signals (Grafana, Slack, Issues, PRs) into an executable plan and makes missing decisions impossible to ignore.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printed in the CLI output; see cursor-output/prototype/DEMO.md for talk track.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(decisions/inputs I can’t make alone)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ops: validate auto-approve CPT list + override + audit expectations (Issue #24)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Product: choose analytics approach (Issue #19; analytics endpoint is todo!())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Leadership/ops: explain active reviewer drop 5 → 3 (capacity driver; cause unknown)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confirm deploy source-of-truth (runbook drift vs Helm reality)
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800600"/>
            <a:ext cx="1060704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937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52578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align on these decisions this week, the engineering path to improving the trajectory becomes straightforward and measurable.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artifacts/grafana-dashboard.md; repo/ISSUES.md; repo/crates/api/src/endpoints/v1/analytics.rs; repo/docs/operations/runbook.md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Cursor (GPT-5.2)</dc:creator>
  <cp:lastModifiedBy>Cursor (GPT-5.2)</cp:lastModifiedBy>
  <cp:revision>1</cp:revision>
  <dcterms:created xsi:type="dcterms:W3CDTF">2026-04-15T04:02:01Z</dcterms:created>
  <dcterms:modified xsi:type="dcterms:W3CDTF">2026-04-15T04:02:01Z</dcterms:modified>
</cp:coreProperties>
</file>