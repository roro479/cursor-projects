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4747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MACHINIFY — SENIOR PM TAKE-HOME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Review Assistant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 Findings &amp; 30-Day Recommendation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880360"/>
            <a:ext cx="2743200" cy="16916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A0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2880360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971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hrs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0292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Turnaround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28 hrs ↑ Getting worse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743200" cy="16916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A0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880360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2971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2900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Extraction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 6 weeks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2880360"/>
            <a:ext cx="2743200" cy="1691640"/>
          </a:xfrm>
          <a:prstGeom prst="rect">
            <a:avLst/>
          </a:prstGeom>
          <a:solidFill>
            <a:srgbClr val="0D7377">
              <a:alpha val="25000"/>
            </a:srgbClr>
          </a:solidFill>
          <a:ln w="12700">
            <a:solidFill>
              <a:srgbClr val="14A0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880360"/>
            <a:ext cx="2743200" cy="54864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97180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355080" y="36118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Auto-Approves Shipped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9319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target: 30% of volume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 |  April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FOUND — READING THE CODE, NOT THE README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README lies. Here's what the code actually says.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371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7160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👻  ML Scoring Service: Doesn't Exist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4632" y="184708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architecture diagram shows it live and feeding confidence scores. Issue #15: the ml_confidence_score column in the DB has never been written to. The service was never built.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64008" cy="150876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46304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🔓  PHI in Debug Logs — PR #54 Unreviewed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873752" y="184708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names logged at debug level in crates/core/src/data/queries.rs:38. Safe at info level today. One RUST_LOG=debug in production = HIPAA incident.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0632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063240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 Approved PR Unmerged for 45 Days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" y="353872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#47 (OCR caching, +30% efficiency) approved March 2. One merge conflict. Sarah offered to fix it twice. No response. Zero new dev work required to ship this.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09160" y="3063240"/>
            <a:ext cx="416052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63240"/>
            <a:ext cx="64008" cy="150876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315468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  Pipeline CI Disabled Since December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73752" y="3538728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.github/workflows/pipeline-test.yaml.disabled — 4 months of Python changes shipped untested. Issue #16: a production incident resulted (wrong LLM model running undetected).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" y="4828032"/>
            <a:ext cx="8503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ISSUES.md #15, #16 · PULL-REQUESTS.md PR #47, #54 · crates/core/src/data/queries.rs:38 · .github/workflows/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METRICS — 90 DAYS (JAN–APR 2026)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KR is red or yellow. The AI is live — but it's not working hard enough.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594360" cy="105156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600200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399032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median turnaround: 48hrs → 28hrs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170992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  Current: 55 hrs   Target: 28 hrs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1984248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 WORSE than baseline. Volume grew 70% in 90 days. AI gains absorbed within 2 weeks of launch.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2496312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0040" y="2496312"/>
            <a:ext cx="594360" cy="1051560"/>
          </a:xfrm>
          <a:prstGeom prst="rect">
            <a:avLst/>
          </a:prstGeom>
          <a:solidFill>
            <a:srgbClr val="E8A020">
              <a:alpha val="8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2770632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51560" y="25694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AI extraction success rate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288036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YELLOW   Current: 62%   Target: 80%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51560" y="31546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for 6 weeks. Blockers: PR #47 unmerged, no LLM retry (Issue #11), rotated PDFs (Issue #6).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3666744"/>
            <a:ext cx="85039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666744"/>
            <a:ext cx="594360" cy="1051560"/>
          </a:xfrm>
          <a:prstGeom prst="rect">
            <a:avLst/>
          </a:prstGeom>
          <a:solidFill>
            <a:srgbClr val="C0392B">
              <a:alpha val="8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941064"/>
            <a:ext cx="594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51560" y="373989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auto-approve for routine procedure codes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51560" y="405079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  Current: Not shipped   Target: 30% of volume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4325112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PR #53 open — waiting for product criteria. VP escalated March 28. No PM response.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4617720"/>
            <a:ext cx="8503920" cy="347472"/>
          </a:xfrm>
          <a:prstGeom prst="rect">
            <a:avLst/>
          </a:prstGeom>
          <a:solidFill>
            <a:srgbClr val="E8A020">
              <a:alpha val="15000"/>
            </a:srgbClr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6451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Only 3 of 5 reviewers are active. Combined with 70% volume growth, this explains the turnaround regression — independent of the AI pipeline.  (Grafana Panel 6)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BET — 30-DAY PIPELINE HARDENING SPRINT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workstreams. No new features. Just unblocking what's already done.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1298448"/>
            <a:ext cx="2743200" cy="41148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 This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80136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801368"/>
            <a:ext cx="54864" cy="8869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562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merge PR #54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1031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fix — 15 min code review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331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fire, not a feature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76148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761488"/>
            <a:ext cx="54864" cy="8869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8163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conflict on PR #47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30632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caching already approved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3291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 resolves, ~30 min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72160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721608"/>
            <a:ext cx="54864" cy="88696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76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Re-enable pipeline CI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PM-owned: I spec the mock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42519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re-enables tests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0" y="1298448"/>
            <a:ext cx="274320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9184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Week 2–3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00400" y="180136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00400" y="1801368"/>
            <a:ext cx="54864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7560" y="18562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queue by urgency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337560" y="21031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#26: ORDER BY urgency_level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337560" y="2331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 hrs dev, huge reviewer win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200400" y="276148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0" y="2761488"/>
            <a:ext cx="54864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28163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retry logic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337560" y="30632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#11: exponential backoff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3337560" y="3291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day work, fixes 6% of failures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0" y="372160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3200400" y="3721608"/>
            <a:ext cx="54864" cy="88696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37560" y="3776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Auto-approve criteria session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337560" y="40233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 validates CPT list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3337560" y="42519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Unblocks PR #53 to ship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1298448"/>
            <a:ext cx="2743200" cy="411480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172200" y="13533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Week 4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6080760" y="180136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080760" y="1801368"/>
            <a:ext cx="54864" cy="8869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17920" y="185623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PR #53 (auto-approve)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217920" y="21031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criteria confirmed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6217920" y="233172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VP Clinical Ops escalation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80760" y="276148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080760" y="2761488"/>
            <a:ext cx="54864" cy="8869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17920" y="281635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Bump K8s memory limits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6217920" y="30632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#12: 256Mi/512Mi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217920" y="329184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OOM restart cycle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080760" y="3721608"/>
            <a:ext cx="2743200" cy="886968"/>
          </a:xfrm>
          <a:prstGeom prst="rect">
            <a:avLst/>
          </a:prstGeom>
          <a:solidFill>
            <a:srgbClr val="FFFFFF"/>
          </a:solidFill>
          <a:ln w="12700">
            <a:solidFill>
              <a:srgbClr val="DDE3E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80760" y="3721608"/>
            <a:ext cx="54864" cy="88696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17920" y="37764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Materialized views for analytics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6217920" y="40233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#19: unblocks dashboards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217920" y="4251960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69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 warehouse needed yet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20040" y="4645152"/>
            <a:ext cx="8503920" cy="320040"/>
          </a:xfrm>
          <a:prstGeom prst="rect">
            <a:avLst/>
          </a:prstGeom>
          <a:solidFill>
            <a:srgbClr val="0D7377">
              <a:alpha val="15000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" y="467258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outcome: Extraction 62% → ~82–85%  ·  Auto-approve ships  ·  VP escalation closed  ·  Path to 28-hr target by Q2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6459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14A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BUILT · WHAT I NEED FROM YOU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621792"/>
            <a:ext cx="4251960" cy="4224528"/>
          </a:xfrm>
          <a:prstGeom prst="rect">
            <a:avLst/>
          </a:prstGeom>
          <a:solidFill>
            <a:srgbClr val="152238"/>
          </a:solidFill>
          <a:ln w="12700">
            <a:solidFill>
              <a:srgbClr val="14A0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621792"/>
            <a:ext cx="425196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731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   What I Built: confidence_gate.py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17043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pipeline/src/confidence_gate.py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53619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missing product layer between Draft PR #53 (auto-approve endpoint) and the 4 unanswered product questions Alex left in the PR.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1305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extracted auth requests → returns: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4963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AUTO_APPROVE  ·  MANUAL_REVIEW  ·  ESCALATE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28620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record output → auto_approve_log table (PR #53, migration 009). All decisions traceable.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" y="341071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 test cases pass. Run it: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77647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4A0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python -m src.confidence_gate --test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621792"/>
            <a:ext cx="4069080" cy="4224528"/>
          </a:xfrm>
          <a:prstGeom prst="rect">
            <a:avLst/>
          </a:prstGeom>
          <a:solidFill>
            <a:srgbClr val="1A2B1A"/>
          </a:solidFill>
          <a:ln w="12700">
            <a:solidFill>
              <a:srgbClr val="E8A02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621792"/>
            <a:ext cx="4069080" cy="64008"/>
          </a:xfrm>
          <a:prstGeom prst="rect">
            <a:avLst/>
          </a:prstGeom>
          <a:solidFill>
            <a:srgbClr val="E8A020"/>
          </a:solidFill>
          <a:ln w="12700">
            <a:solidFill>
              <a:srgbClr val="E8A0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0" y="731520"/>
            <a:ext cx="3703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🙋   What I Need from You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1170432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(Alex)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mins to unblock PR #47 (Sarah can resolve the conflict). And: is 256Mi enough to stop OOM kills while we profile, or do we need to profile first?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937760" y="2103120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Ops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3500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45-min session to validate the CPT auto-approve list in PR #53 (80053, 80061, 85025, 71046, 93000). Right list? What's missing?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3035808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/ Compliance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37760" y="3282696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auto-approve been reviewed for state prior auth regulations? PRD flagged it. No evidence it happened. Blocker before PR #53 ships.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937760" y="3968496"/>
            <a:ext cx="37033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A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937760" y="4215384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did 2 of 5 reviewers go inactive in February? If it's attrition, the 28-hour target math needs to be re-baselined.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91032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 |  Machinify Senior PM Take-Home  |  April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Auth Review Assistant — Week 1 Findings</dc:title>
  <dc:subject>PptxGenJS Presentation</dc:subject>
  <dc:creator>Rohan</dc:creator>
  <cp:lastModifiedBy>Rohan</cp:lastModifiedBy>
  <cp:revision>1</cp:revision>
  <dcterms:created xsi:type="dcterms:W3CDTF">2026-04-14T03:32:00Z</dcterms:created>
  <dcterms:modified xsi:type="dcterms:W3CDTF">2026-04-14T03:32:00Z</dcterms:modified>
</cp:coreProperties>
</file>